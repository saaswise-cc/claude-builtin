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project deserves a Claude built 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C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for engineers — for any initiative in the company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Claude belongs in every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66928" cy="56692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3624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plan on track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7099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nothing falls through the cracks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566928" cy="56692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58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2037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actual work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55117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docs, files, and updates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566928" cy="56692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99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4495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what happened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33924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history when it matters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EDE9FE"/>
          </a:solidFill>
          <a:ln w="19050">
            <a:solidFill>
              <a:srgbClr val="C4B5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86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jump in, anytime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2336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access needed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782312"/>
            <a:ext cx="566928" cy="566928"/>
          </a:xfrm>
          <a:prstGeom prst="ellipse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82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727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stay in the loop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17320" y="5074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Steering, double-checking, catching mistakes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321040" y="1417320"/>
            <a:ext cx="3291840" cy="4160520"/>
          </a:xfrm>
          <a:prstGeom prst="roundRect">
            <a:avLst>
              <a:gd name="adj" fmla="val 3333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41080" y="178308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“If Claude isn't part of the project, 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i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is working harder 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i="1" dirty="0">
                <a:solidFill>
                  <a:srgbClr val="4C1D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it needs to.”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Chat, Code, and Skills were never meant to work alone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PICTURE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68680" y="1984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a conversation”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68680" y="3035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writes code”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68680" y="40873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a one-off task”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POSSIBLE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87452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984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chat + Claude code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each other directly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292608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reach Linear, Git, and a 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MCPs and CLIs you already have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5029200" cy="82296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4087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system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208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 separate tools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accessible — no special setup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ordinary project, walked end to 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the Q3 team offsite — not a line of code in sight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OFFSITES — ONE TEAM, ONE REPO, ONE DATABASE, EVERY QUARTER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06640" y="123444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1F0F4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1234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✓ closed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49640" y="123444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1F0F4"/>
          </a:solidFill>
          <a:ln w="15875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234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✓ closed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92640" y="123444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0" y="1234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this 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835640" y="123444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0835640" y="1234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next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67712" y="1673352"/>
            <a:ext cx="402336" cy="402336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7712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19659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1965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“Plan the Q3 offsite”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10896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venue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budget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438912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89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RSVPs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goal becomes several tracked issues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91472" y="1673352"/>
            <a:ext cx="402336" cy="402336"/>
          </a:xfrm>
          <a:prstGeom prst="ellipse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1673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01000" y="196596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001000" y="1965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does the legwork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01000" y="310896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3108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venue-comparison.md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01000" y="374904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3749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budget-sheet.xlsx  v1→v2→v3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01000" y="438912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FFF7E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4389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invite-draft.md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001000" y="5074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leaves a real, versioned file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60520" y="2400300"/>
            <a:ext cx="3840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160520" y="20162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Linear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ordinary project, walked end to end (continued)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same Offsites Team, repo, and database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67712" y="1307592"/>
            <a:ext cx="402336" cy="402336"/>
          </a:xfrm>
          <a:prstGeom prst="ellipse">
            <a:avLst/>
          </a:prstGeom>
          <a:solidFill>
            <a:srgbClr val="D1FAE5"/>
          </a:solidFill>
          <a:ln w="19050">
            <a:solidFill>
              <a:srgbClr val="0F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67712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00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stay current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ECFDF5"/>
          </a:solidFill>
          <a:ln w="12700">
            <a:solidFill>
              <a:srgbClr val="0F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43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RSVPs: 12 → 28 → 42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83280"/>
            <a:ext cx="3383280" cy="502920"/>
          </a:xfrm>
          <a:prstGeom prst="roundRect">
            <a:avLst>
              <a:gd name="adj" fmla="val 12727"/>
            </a:avLst>
          </a:prstGeom>
          <a:solidFill>
            <a:srgbClr val="ECFDF5"/>
          </a:solidFill>
          <a:ln w="12700">
            <a:solidFill>
              <a:srgbClr val="0F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$15,000 → $18,400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record, not a frozen snapshot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491472" y="1307592"/>
            <a:ext cx="402336" cy="402336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91472" y="1307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01000" y="160020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178308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anytime, get the real answer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“Where's the offsite at?”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across every issue, file,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number — instantly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60520" y="2034540"/>
            <a:ext cx="3840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160520" y="16504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has a goal, a deadline, and more than one moving part — it's already a project.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question is whether Claude knows about it yet.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runs through MCPs and CLIs you already have — no special setup.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this actually beat Notion?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402336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B7280"/>
                          </a:solidFill>
                        </a:rPr>
                        <a:t>Notion</a:t>
                      </a:r>
                      <a:endParaRPr lang="en-US" sz="15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Linear + Git + Database</a:t>
                      </a:r>
                      <a:endParaRPr lang="en-US" sz="15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</a:rPr>
                        <a:t>Page history — a linear undo log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Real git history — diffable, branchable, revertible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</a:rPr>
                        <a:t>Filtered views — a few hundred rows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Real SQL queries — joins, aggregates, real scale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</a:rPr>
                        <a:t>Block-based API — good for reading docs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Structured APIs — built for precise agent read/write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</a:rPr>
                        <a:t>Notion + GitHub + Airtable — still needs someone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</a:rPr>
                        <a:t>to stitch them together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Claude operates all three automatically —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C1D95"/>
                          </a:solidFill>
                        </a:rPr>
                        <a:t>the integration is the actual product</a:t>
                      </a:r>
                      <a:endParaRPr lang="en-US" sz="1300" dirty="0"/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54864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54864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project is simple and short-lived, Notion is still the right call.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i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for work that recurs and accumulates decisions over time.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7C3AED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474720" cy="347472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question is whether Claude knows about it yet.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C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recurring project. Give it a Team, a repo, and a database. See what changes.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project deserves a Claude built in</dc:title>
  <dc:subject>PptxGenJS Presentation</dc:subject>
  <dc:creator>Quorom</dc:creator>
  <cp:lastModifiedBy>Quorom</cp:lastModifiedBy>
  <cp:revision>1</cp:revision>
  <dcterms:created xsi:type="dcterms:W3CDTF">2026-07-08T20:32:06Z</dcterms:created>
  <dcterms:modified xsi:type="dcterms:W3CDTF">2026-07-08T20:32:06Z</dcterms:modified>
</cp:coreProperties>
</file>